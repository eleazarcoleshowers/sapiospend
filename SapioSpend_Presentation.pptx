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</a:rPr>
              <a:t>SapioSpend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AAAAA"/>
                </a:solidFill>
              </a:rPr>
              <a:t>Android Event Budget Planner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77777"/>
                </a:solidFill>
              </a:rPr>
              <a:t>Mobile Application Development  ·  IU International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Problem Statement &amp; Target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Planning events in Nigeria typically involves juggling WhatsApp messages, paper notes, and mental maths. There is no dedicated tool that lets a person set a budget for an event, log spending by category, and immediately see how much is left.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Who uses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Individuals planning personal events (birthdays, weddings)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15768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Small event organisers tracking vendor payments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99815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Anyone who sets a budget and needs to know if they are over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9659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Why a mobile app?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3172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Expenses are recorded at the point of purchase, not later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1576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Always in your pocket — no laptop needed at a 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099815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Instant feedback: the progress bar turns red when over budget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App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Four screens, one shared ViewModel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53949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91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Lists all events with a live budget / spent / remaining summary card at the top.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554480"/>
            <a:ext cx="53949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39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Add Event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057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Form to create a new event: name, total budget, and event type (chip selector).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0480"/>
            <a:ext cx="53949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59" y="3977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Event Detail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4343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Shows the budget breakdown for one event, expenses by category, and the full expense list.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840480"/>
            <a:ext cx="5394960" cy="1920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39776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Add Expense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3434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Form to log a spending item: title, amount, and category.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Wireframes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Simplified screen layouts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Home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2560320" cy="457200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2286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┌──────────────────┐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SapioSpend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───────────────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Overview card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Budget · Spent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[=========---]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───────────────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Event A    ›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Event B    ›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            [+]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└──────────────────┘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Add Event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737360"/>
            <a:ext cx="2560320" cy="457200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29000" y="1828800"/>
            <a:ext cx="2286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┌──────────────────┐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← New Event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───────────────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Event Name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[____________]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Total Budget(₦)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[____________]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Type:     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[Bday][Wedding]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 Create Event ]│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└──────────────────┘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Event Detail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737360"/>
            <a:ext cx="2560320" cy="457200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2286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┌──────────────────┐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← Party     [🗑]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Budget Overview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Budget · Spent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[=======-----]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By Category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Food    ₦10 000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Venue   ₦40 000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Expenses    [+]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Catering ₦10 000│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└──────────────────┘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14173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Add Expense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737360"/>
            <a:ext cx="2560320" cy="457200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98280" y="1828800"/>
            <a:ext cx="22860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┌──────────────────┐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← Add Expense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───────────────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Expense Title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[____________]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Amount (₦)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[____________]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Category:    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[Food][Venue]   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│  [ Save Expense ]│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└──────────────────┘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Software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MVVM + Repository pattern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7132320" cy="1005840"/>
          </a:xfrm>
          <a:prstGeom prst="rect">
            <a:avLst/>
          </a:prstGeom>
          <a:solidFill>
            <a:srgbClr val="EFEFEF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53619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</a:rPr>
              <a:t>UI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0195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HomeScreen · EventDetailScreen
AddEventScreen · AddExpenseScreen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43200"/>
            <a:ext cx="7132320" cy="1005840"/>
          </a:xfrm>
          <a:prstGeom prst="rect">
            <a:avLst/>
          </a:prstGeom>
          <a:solidFill>
            <a:srgbClr val="E5E7E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8163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</a:rPr>
              <a:t>ViewModel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18211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EventViewModel  (shared across all screens)
StateFlow&lt;List&lt;EventEntity&gt;&gt;  ·  StateFlow&lt;List&lt;ExpenseEntity&gt;&gt;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23360"/>
            <a:ext cx="7132320" cy="1005840"/>
          </a:xfrm>
          <a:prstGeom prst="rect">
            <a:avLst/>
          </a:prstGeom>
          <a:solidFill>
            <a:srgbClr val="DCDCD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965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</a:rPr>
              <a:t>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62272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EventRepository  —  decouples ViewModel from Room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303520"/>
            <a:ext cx="7132320" cy="1005840"/>
          </a:xfrm>
          <a:prstGeom prst="rect">
            <a:avLst/>
          </a:prstGeom>
          <a:solidFill>
            <a:srgbClr val="D1D5DB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3766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11111"/>
                </a:solidFill>
              </a:rPr>
              <a:t>Data Layer (Room)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742431"/>
            <a:ext cx="6766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EventDao  ·  ExpenseDao  →  AppDatabase  (SQLite)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2468880"/>
            <a:ext cx="73152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0" y="24963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3749039"/>
            <a:ext cx="73152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377647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5029200"/>
            <a:ext cx="731520" cy="27432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505663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5544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Jetpack Compose UI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860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collectAsState()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83464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viewModelScope.launch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5661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WhileSubscribed(5000ms)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1148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suspend functions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8463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Flow-based queries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539496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ForeignKey CASCADE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9436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·  In-memory DB for tests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Process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Personal Kanban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A full Scrum process (sprints, standups, retrospectives) is designed for teams. For a solo project with a fixed scope and no external stakeholders, a lighter approach makes more sense. I used a personal Kanban board with three columns.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3474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Backlog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Define data model (Event, Expense)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449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Choose architecture (MVVM)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478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Sketch wireframes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5079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Set up Room + DAO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5537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Navigation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05663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Write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79" y="2057400"/>
            <a:ext cx="3474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In Progress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5420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One card at a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449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Limits work-in-progress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5478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Forces completion before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05079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  starting something new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2057400"/>
            <a:ext cx="3474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21031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Done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254203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EventEntity / ExpenseEntity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04495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AppDatabase + DAOs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54787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EventRepository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05079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EventViewModel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553712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All four screens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056631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Unit + instrumented tests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92240"/>
            <a:ext cx="10789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</a:rPr>
              <a:t>Justification: pull-based flow matched the solo development cadence; no ceremony overhead; easy to reprioritise when a task turned out harder than expected.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Implementation — Navigation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Jetpack Navigation Compose + type-safe route arguments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Each screen is a composable function. Routes are sealed objects so a typo at the call site is a compile error, not a runtime crash.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5212080" cy="210312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493776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Routes.kt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sealed class Routes(val route: String)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object Home : Routes("home")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object AddEvent : Routes("add_event")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object EventDetail : Routes("event/{eventId}")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fun createRoute(id: Int) = "event/$id"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object AddExpense : Routes("add_expense/{eventId}")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fun createRoute(id: Int) = "add_expense/$id"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74519"/>
            <a:ext cx="5303520" cy="210312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965960"/>
            <a:ext cx="5029200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AppNavGraph.kt — EventDetail destination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composable(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route = Routes.EventDetail.route,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arguments = listOf(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navArgument("eventId") { type = NavType.IntType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 { backStackEntry -&gt;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eventId = backStackEntry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.arguments?.getInt("eventId") ?: return@composable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EventDetailScreen(eventId, onBack =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navController.popBackStack()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}, eventViewModel = eventViewModel)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605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The ViewModel is created once in MainActivity and passed down, so the budget totals survive screen transitions without re-querying Room.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Implementation —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Room entities with a foreign-key relationship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212080" cy="201168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@Entity(tableName = "events")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data class EventEntity(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@PrimaryKey(autoGenerate = true)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id: Int = 0,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name: String,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budget: Double,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eventType: String = "General"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303520" cy="265176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029200" cy="24688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@Entity(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tableName = "expenses",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foreignKeys = [ForeignKey(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entity = EventEntity::class,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parentColumns = ["id"],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childColumns  = ["eventId"],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onDelete = ForeignKey.CASCADE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)]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data class ExpenseEntity(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@PrimaryKey(autoGenerate = true) val id: Int = 0,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@ColumnInfo(index = true) val eventId: Int,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title: String,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category: String,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amount: Double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The CASCADE constraint means deleting an event automatically removes all its expenses — no manual cleanup needed in the ViewModel. The index on eventId keeps the filter query fast as the expense list grows.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51960"/>
            <a:ext cx="10789920" cy="160020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515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EventDao.kt — Flow re-emits whenever the table changes, so the UI updates automatically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@Query("SELECT * FROM events")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fun getAllEvents(): Flow&lt;List&lt;EventEntity&gt;&gt;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// ExpenseDao.kt — newest first so the most recent entry appears at the top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@Query("SELECT * FROM expenses WHERE eventId = :eventId ORDER BY id DESC")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fun getExpensesForEvent(eventId: Int): Flow&lt;List&lt;ExpenseEntity&gt;&gt;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Implementation —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ViewModel → Repository → DAO → Room → UI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212080" cy="301752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08760"/>
            <a:ext cx="4937760" cy="28346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EventViewModel.kt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class EventViewModel(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private val repository: EventRepository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 : ViewModel()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// 5 000 ms keeps the flow alive across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// config changes without leaking.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events = repository.events.stateIn(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viewModelScope,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SharingStarted.WhileSubscribed(5000),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emptyList()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fun addEvent(name: String,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         budget: Double,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         eventType: String = "General")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viewModelScope.launch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    repository.addEvent(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        EventEntity(name, budget, eventType)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    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417320"/>
            <a:ext cx="5303520" cy="141732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508760"/>
            <a:ext cx="5029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EventRepository.kt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// Keeps the ViewModel from importing Room directly.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class EventRepository(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private val eventDao: EventDao,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private val expenseDao: ExpenseDao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) {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val events = eventDao.getAllEvents()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suspend fun addEvent(e: EventEntity) =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    eventDao.insertEvent(e)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}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971800"/>
            <a:ext cx="5303520" cy="1417320"/>
          </a:xfrm>
          <a:prstGeom prst="rect">
            <a:avLst/>
          </a:prstGeom>
          <a:solidFill>
            <a:srgbClr val="F8F8F8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3063240"/>
            <a:ext cx="50292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1F2937"/>
                </a:solidFill>
                <a:latin typeface="Courier New"/>
              </a:rPr>
              <a:t>// HomeScreen.kt — collecting state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val events by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eventViewModel.events.collectAsState()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val allExpenses by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    eventViewModel.allExpenses.collectAsState()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val totalSpent = allExpenses.sumOf { it.amount }</a:t>
            </a:r>
          </a:p>
          <a:p>
            <a:r>
              <a:rPr sz="1000">
                <a:solidFill>
                  <a:srgbClr val="1F2937"/>
                </a:solidFill>
                <a:latin typeface="Courier New"/>
              </a:rPr>
              <a:t>val remaining  = totalBudget - totalSpent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5720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Room emits a new list every time the database changes. The StateFlow carries that to the UI, which recomposes automatically — no manual refresh calls anywhere in the app.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Testing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</a:rPr>
              <a:t>Three layers: unit · ViewModel · instrumented DAO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347472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BudgetCalculationsTest
(JVM unit 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402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No Android context needed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7432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Tests the exact formulas used in the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461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remaining = budget − spent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49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progress clamped to [0, 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51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category groupBy + sumOf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548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10 test cases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1554480"/>
            <a:ext cx="347472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EventViewModelTest
(JVM, fake DAOs)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402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FakeEventDao / FakeExpenseDao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432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replace Room with in-memory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2461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Tests addEvent, deleteEvent,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749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  addExpense, deleteExpense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4251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UnconfinedTestDispatcher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7548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6 test cases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6719" y="1554480"/>
            <a:ext cx="3474720" cy="4846320"/>
          </a:xfrm>
          <a:prstGeom prst="rect">
            <a:avLst/>
          </a:prstGeom>
          <a:solidFill>
            <a:srgbClr val="F5F5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600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11111"/>
                </a:solidFill>
              </a:rPr>
              <a:t>EventDaoTest
(instrumented)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2402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Real Room, in-memory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274320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Runs on device / emulator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24612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Tests CASCADE delete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374904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Tests insert + retrieve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25196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Tests expense sum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4754880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6 test cases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Critical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Goals achieved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✓  All four screens are functional and connected end-to-end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3055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✓  Budget tracking updates in real time as expenses are added or deleted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7802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✓  Material 3 design guidelines followed throughout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25496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✓  22 automated tests cover the core functionality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Possible improvements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5760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→  Export a budget summary to PDF or share via WhatsApp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05072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→  Multi-currency support (not just Naira)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352544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→  Edit an event or expense after creation — currently delete and re-add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0016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→  Charts (pie chart per category) would make the breakdown more visual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1111"/>
                </a:solidFill>
              </a:rPr>
              <a:t>Lessons Learned &amp; Personal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11064240" cy="182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47088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WhileSubscribed(5000) is the correct timeout for StateFlow — learned why after a config-change bug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ForeignKey CASCADE must be set in the entity, not the DAO; easy to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4203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Fake DAOs make ViewModel tests fast and reliable without mocking frameworks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72384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Process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56432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Kanban worked well solo — limiting WIP stopped me from leaving screens half-finished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803904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Writing tests before the ViewModel caught two logic errors early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34256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11111"/>
                </a:solidFill>
              </a:rPr>
              <a:t>What I would do differently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18304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Define the data model before any UI — I had to refactor the entity once mid-way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65776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</a:rPr>
              <a:t>–  Set up the test infrastructure at the start, not as an afterthought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